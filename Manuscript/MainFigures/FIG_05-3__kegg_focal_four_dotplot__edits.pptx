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9"/>
    <p:restoredTop sz="94673"/>
  </p:normalViewPr>
  <p:slideViewPr>
    <p:cSldViewPr snapToGrid="0">
      <p:cViewPr varScale="1">
        <p:scale>
          <a:sx n="202" d="100"/>
          <a:sy n="202" d="100"/>
        </p:scale>
        <p:origin x="19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4A3B6-8322-5545-82A1-1D6EABF96ACF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C6524-6137-CD49-8138-856AC2209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61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C6524-6137-CD49-8138-856AC22098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309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FBAF0-0065-613B-BD89-CD1E19DD9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136C7-6F28-6F80-CBB8-93C7FC08F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5AF20-54D1-DF13-4131-E430AA70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33FC-E057-7A48-A5C4-2788AE909828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EA1B2-EA42-DF29-EF40-D34BF7029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88BBB-6BA3-6E3E-84BB-648932D4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CB10-C62F-984F-A59D-C55EA659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95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93F87-58EF-D125-CFC5-F79C2AA0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6E6AD-DB1C-4BD5-1EE2-C23D63AD4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ABE6E-FD45-FA22-C752-CFC30505F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33FC-E057-7A48-A5C4-2788AE909828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B92B2-F8FD-B1AB-E376-48723D464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0EB09-8A6E-B8C1-7920-4CCB9323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CB10-C62F-984F-A59D-C55EA659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4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335A4-15DA-BB7B-BAA1-0295CBF5F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976AE-4367-194A-36A6-57867A999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DD99B-8318-57B3-B5B3-069FB1BEF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33FC-E057-7A48-A5C4-2788AE909828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C8F0E-68F6-85AB-508C-85AF06E2A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59D4C-A954-344B-C37D-567BEEE8C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CB10-C62F-984F-A59D-C55EA659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3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02A5F-428E-BE5D-86F5-941DE470F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0A2EF-6103-D589-6ADB-3FBC8E6CF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18CB6-7CC3-6403-C359-50303CF0C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4CE62-B924-7069-E0F5-89280AC13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33FC-E057-7A48-A5C4-2788AE909828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EA10F-795A-2814-C4E1-06D89235A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B3500-26FD-2586-3117-79C75475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CB10-C62F-984F-A59D-C55EA659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44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C9289-6399-305D-9B8F-713B89DA5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DEE3A-5E37-8590-9459-9EE51A7C3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D80BB0-E82A-089E-42E1-B86F5669D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BAE7D-BFE2-2FC1-B59F-2938EFC9B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60D8B1-1724-64F3-7EFB-0E73E1F69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E4781-3995-41FE-ABB0-7C317B2BF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33FC-E057-7A48-A5C4-2788AE909828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EFC76A-F96E-C8B2-07D6-EE2A10B5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B1B893-46DB-65E4-0B92-6ABA86FF1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CB10-C62F-984F-A59D-C55EA659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30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9EDC6-5AEA-64FE-5F34-DFC2972F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D651FE-99A2-DF7B-8BFE-37E2FCD5D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33FC-E057-7A48-A5C4-2788AE909828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6A91A-3DC4-DC27-7467-C1E2ECDC4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679B2-ABA3-9FB7-9EE0-94DD43D8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CB10-C62F-984F-A59D-C55EA659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53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8B2C3-2008-C5FF-DFCB-B374AE14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33FC-E057-7A48-A5C4-2788AE909828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1A49B3-5794-3C16-3945-5D536C523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525E4-A2CC-5463-ECCD-F2A4EE054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CB10-C62F-984F-A59D-C55EA659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94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A42FD-096B-8060-42F4-B91176DBB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595B9-14DD-6881-CE59-EA1A8E8F9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14227-4D6E-3627-46EE-DEAFAA6FB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96072-7B07-3308-F544-AF044416B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33FC-E057-7A48-A5C4-2788AE909828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3B918-C5CD-6A32-6A2F-6313E196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8D48-6774-49BC-3AD7-8C7DA7E6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CB10-C62F-984F-A59D-C55EA659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588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2111-E713-94E5-E52B-6569AA91F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BF3C4C-8E8A-DC9B-CF05-519E42B6ED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EBDF44-C8C7-8281-BE04-BFEBF90E4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C7686-C885-EF29-C488-33A878C38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33FC-E057-7A48-A5C4-2788AE909828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7F6AB-1541-B54B-AFE7-F99D47380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10BF5-228D-E769-69CD-BE67B8A4E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CB10-C62F-984F-A59D-C55EA659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1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BDFE5-F2B4-2BBA-777C-9AFBCBE5A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AE7C1-A500-4BD9-07AB-91A5F21A8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7BCE1-0AC5-C0AA-7938-BE63ABBBD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33FC-E057-7A48-A5C4-2788AE909828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F3542-C0FB-3B2A-329A-9DE60100D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A0778-8E03-3574-F8C0-FCEAF529B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CB10-C62F-984F-A59D-C55EA659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08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03A198-B470-D636-3B16-E85BC1590C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8E2AF-35FA-3915-A3B2-58149629E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C5DC2-D231-E3E6-2F15-70D1344C9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33FC-E057-7A48-A5C4-2788AE909828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CEC67-AB47-C9CF-BF90-09D2A9BC9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2D496-C24C-BD0B-7D3B-4E89EF14E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CB10-C62F-984F-A59D-C55EA659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78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079316-EA65-AA9B-CF06-5F9DE1465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85627-ED31-A919-73E6-0E4563550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7666B-B219-F080-FB01-A651A9BB9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233FC-E057-7A48-A5C4-2788AE909828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85057-E6F1-367B-0A81-2BB4519AE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1C8A0-FFDA-9132-35F1-7D1C6351F6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36CB10-C62F-984F-A59D-C55EA659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1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A1E11C2-2F18-B124-DD21-509CF9702F28}"/>
              </a:ext>
            </a:extLst>
          </p:cNvPr>
          <p:cNvGrpSpPr/>
          <p:nvPr/>
        </p:nvGrpSpPr>
        <p:grpSpPr>
          <a:xfrm>
            <a:off x="1716833" y="1023812"/>
            <a:ext cx="7772400" cy="5406312"/>
            <a:chOff x="1716833" y="1023812"/>
            <a:chExt cx="7772400" cy="540631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CD70767-32F4-865B-7CC2-2A553E8EF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121" b="1357"/>
            <a:stretch>
              <a:fillRect/>
            </a:stretch>
          </p:blipFill>
          <p:spPr>
            <a:xfrm>
              <a:off x="1716833" y="1023812"/>
              <a:ext cx="7772400" cy="540631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1E1C24D-60C2-9839-2399-657CC1EEF3F0}"/>
                </a:ext>
              </a:extLst>
            </p:cNvPr>
            <p:cNvSpPr/>
            <p:nvPr/>
          </p:nvSpPr>
          <p:spPr>
            <a:xfrm>
              <a:off x="8067784" y="1115856"/>
              <a:ext cx="609600" cy="4410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F5370D-2B8C-9627-0006-32A4AC8C001B}"/>
                </a:ext>
              </a:extLst>
            </p:cNvPr>
            <p:cNvSpPr txBox="1"/>
            <p:nvPr/>
          </p:nvSpPr>
          <p:spPr>
            <a:xfrm>
              <a:off x="7930935" y="5172331"/>
              <a:ext cx="883298" cy="379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946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</Words>
  <Application>Microsoft Macintosh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Sieler</dc:creator>
  <cp:lastModifiedBy>Michael Sieler</cp:lastModifiedBy>
  <cp:revision>1</cp:revision>
  <dcterms:created xsi:type="dcterms:W3CDTF">2026-06-26T10:39:29Z</dcterms:created>
  <dcterms:modified xsi:type="dcterms:W3CDTF">2026-06-26T10:57:21Z</dcterms:modified>
</cp:coreProperties>
</file>